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PS ID – ISRO-2026 | Problem Statement Title – AI-Powered Burn-In Screening for High-Reliability Semiconductor Components | Theme – AI / Quality &amp; Reliability | PS Category – Software | Team ID – ISRO-AI-QA | Team Name – ISRO Reliability Analytics Team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Proposed Solution: AI-driven burn-in screening system for semiconductor reliability</a:t>
            </a:r>
          </a:p>
          <a:p/>
          <a:p>
            <a:r>
              <a:t>• Detects early lot-level anomalies and latent defects before they escape into high-risk deployment</a:t>
            </a:r>
          </a:p>
          <a:p>
            <a:r>
              <a:t>• Combines contextual anomaly detection with predictive drift forecasting to flag unstable devices at 24h/96h stages</a:t>
            </a:r>
          </a:p>
          <a:p>
            <a:r>
              <a:t>• Provides explainable QA outputs using SHAP and decision rules for engineering sign-off</a:t>
            </a:r>
          </a:p>
          <a:p/>
          <a:p>
            <a:r>
              <a:t>Why it matters: conventional static limits miss defects that appear normal early but drift catastrophically later in burn-in.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aggle_secom_roc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Technologies used: Python, scikit-learn, XGBoost, SHAP, Matplotlib, Seaborn, pandas, NumPy</a:t>
            </a:r>
          </a:p>
          <a:p/>
          <a:p>
            <a:r>
              <a:t>Methodology:</a:t>
            </a:r>
          </a:p>
          <a:p>
            <a:r>
              <a:t>• Feature engineering: Δ0–24h drift, % drift, lot-normalized Z-score, stress interaction signals</a:t>
            </a:r>
          </a:p>
          <a:p>
            <a:r>
              <a:t>• Module A: Mahalanobis + Isolation Forest + LOF ensemble for contextual anomaly detection</a:t>
            </a:r>
          </a:p>
          <a:p>
            <a:r>
              <a:t>• Module B: Gradient boosting with MAE + Bayesian uncertainty for 168h degradation prediction</a:t>
            </a:r>
          </a:p>
          <a:p>
            <a:r>
              <a:t>• Decision layer: cost-sensitive Fβ thresholding and audit-ready QA disposition report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secom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Feasibility:</a:t>
            </a:r>
          </a:p>
          <a:p>
            <a:r>
              <a:t>• Uses standard industrial data pipelines and open-source ML libraries</a:t>
            </a:r>
          </a:p>
          <a:p>
            <a:r>
              <a:t>• Works on burn-in production logs and wafer-level sensor data</a:t>
            </a:r>
          </a:p>
          <a:p>
            <a:r>
              <a:t>• No special hardware required; deployment is software-based with manufacturing integration</a:t>
            </a:r>
          </a:p>
          <a:p/>
          <a:p>
            <a:r>
              <a:t>Challenges and mitigation:</a:t>
            </a:r>
          </a:p>
          <a:p>
            <a:r>
              <a:t>• Class imbalance → cost-sensitive scoring and recall-focused thresholding</a:t>
            </a:r>
          </a:p>
          <a:p>
            <a:r>
              <a:t>• Lot-to-lot drift → contextual normalization and drift features</a:t>
            </a:r>
          </a:p>
          <a:p>
            <a:r>
              <a:t>• Explainability need → SHAP + rule-based QA summaries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Target audience:</a:t>
            </a:r>
          </a:p>
          <a:p>
            <a:r>
              <a:t>• Semiconductor fabs, reliability labs, aerospace component QA teams, defense electronics producers</a:t>
            </a:r>
          </a:p>
          <a:p/>
          <a:p>
            <a:r>
              <a:t>Benefits:</a:t>
            </a:r>
          </a:p>
          <a:p>
            <a:r>
              <a:t>• Reduces escapes and safety-critical field failures</a:t>
            </a:r>
          </a:p>
          <a:p>
            <a:r>
              <a:t>• Improves screening yield without sacrificing quality</a:t>
            </a:r>
          </a:p>
          <a:p>
            <a:r>
              <a:t>• Enables early abort decisions for unstable lots</a:t>
            </a:r>
          </a:p>
          <a:p>
            <a:r>
              <a:t>• Supports transparent engineering review and auditability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residua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Reference sources and benchmark mapping:</a:t>
            </a:r>
          </a:p>
          <a:p>
            <a:r>
              <a:t>• UCI SECOM semiconductor defect dataset for contextual anomaly screening</a:t>
            </a:r>
          </a:p>
          <a:p>
            <a:r>
              <a:t>• NASA C-MAPSS turbofan degradation dataset for time-to-failure drift prediction</a:t>
            </a:r>
          </a:p>
          <a:p>
            <a:r>
              <a:t>• Reliability engineering literature on burn-in, latent defect detection, and drift acceleration</a:t>
            </a:r>
          </a:p>
          <a:p>
            <a:r>
              <a:t>• Project implementation: end-to-end ML pipeline for early anomaly detection and late-stage degradation forecasting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