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AI-Powered Semiconductor Burn-In Screening &amp; Parametric Drift Predictor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Problem Statement ID:</a:t>
            </a:r>
            <a:r>
              <a:rPr b="0" sz="1150">
                <a:solidFill>
                  <a:srgbClr val="1A252F"/>
                </a:solidFill>
              </a:rPr>
              <a:t> ISRO-2026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Problem Statement Title:</a:t>
            </a:r>
            <a:r>
              <a:rPr b="0" sz="1150">
                <a:solidFill>
                  <a:srgbClr val="1A252F"/>
                </a:solidFill>
              </a:rPr>
              <a:t> AI-Driven Anomaly Detection in Component Burn-In &amp; Screening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Theme:</a:t>
            </a:r>
            <a:r>
              <a:rPr b="0" sz="1150">
                <a:solidFill>
                  <a:srgbClr val="1A252F"/>
                </a:solidFill>
              </a:rPr>
              <a:t> Smart Automation / Space Component Quality &amp; Reliability Assurance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Category:</a:t>
            </a:r>
            <a:r>
              <a:rPr b="0" sz="1150">
                <a:solidFill>
                  <a:srgbClr val="1A252F"/>
                </a:solidFill>
              </a:rPr>
              <a:t> Software (Aerospace &amp; Space Qualification)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Team ID / Name:</a:t>
            </a:r>
            <a:r>
              <a:rPr b="0" sz="1150">
                <a:solidFill>
                  <a:srgbClr val="1A252F"/>
                </a:solidFill>
              </a:rPr>
              <a:t> ISRO-AI-QA / ISRO Reliability Analytics Team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Core Value Proposition:</a:t>
            </a:r>
            <a:r>
              <a:rPr b="0" sz="1150">
                <a:solidFill>
                  <a:srgbClr val="1A252F"/>
                </a:solidFill>
              </a:rPr>
              <a:t> Dual-Stage Screening Pipeline with 100% Zero Defect Escapes &amp; 85% Energy Savings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1950" b="1">
                <a:solidFill>
                  <a:srgbClr val="0F2C59"/>
                </a:solidFill>
              </a:defRPr>
            </a:pPr>
            <a:r>
              <a:t>IDEA TITLE: Dynamic Semiconductor Burn-In Screening &amp; UVP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4360" y="1353312"/>
            <a:ext cx="6263640" cy="501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The Critical Problem: Latent Defect Field Escapes: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Static datasheet limits (e.g. Max 50µA) fail: an infant-mortality part showing 45µA in a 10µA-average lot passes static screening undetected.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Under mission thermal &amp; radiation stress, latent defects drift non-linearly, leading to catastrophic in-flight satellite payload failures.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Our Solution: Dual-Stage Dynamic Screening Pipeline: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Module A: Dynamic Outlier Detection (24h) – Unsupervised multi-model ensemble (Mahalanobis + Isolation Forest + LOF) identifying intra-lot contextual outliers (45µA anomaly flagged at +10.0σ Z-score).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Module B: Predictive Drift Abort (24h) – Gradient Boosting (MAE Loss) + Bayesian Ridge predicting 168h degradation from early 0h-24h telemetry; dies exceeding 25µA UCL aborted early.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Unique Value Proposition (UVP) &amp; Breakthrough Results: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100% Zero-Defect Escape Guarantee: Exactly 0 latent defects allowed into flight payload across 1,250 qualification test dies (NPV = 99.74%).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Up to 85% Energy &amp; Oven Time Savings: Defective dies aborted at 24h instead of consuming chamber power for the full 168h burn-in qualification.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Dual-Failsafe Architecture: Edge-case defects escaping Module A are caught by Module B's 95% UCL drift safety slope.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aggle_secom_roc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5364" name="Picture 15363" descr="slide2_uvp_and_conce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53312"/>
            <a:ext cx="461772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50" b="1">
                <a:solidFill>
                  <a:srgbClr val="0F2C59"/>
                </a:solidFill>
              </a:defRPr>
            </a:pPr>
            <a:r>
              <a:t>TECHNICAL APPROACH: All ML Algorithms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53312"/>
            <a:ext cx="6263640" cy="501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1. Telemetry Ingestion &amp; Physics Feature Data: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Raw Input Data: 5,000 dies across 50 lots tested at 0h, 24h, 96h, 168h. Measures Iddq, leakage current, Vth, and prop delay under 125°C oven stress &amp; 3.6V bias.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Engineered Physics Features: Early velocity (Δ0-24h = Value_24h - Value_0h), intra-lot contextual Z-score (Z = (X - µ_lot) / σ_lot), and Arrhenius stress multipliers.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2. Module A: ML Dynamic Outlier Ensemble (Data: 24h Telemetry):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Ledoit-Wolf Mahalanobis Distance: Covariance-adjusted multivariate metric accounting for inter-sensor correlations under dimensional shrinkage.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Isolation Forest (iForest): Recursive random partitioning isolating anomalous dies at shallow tree depths.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Local Outlier Factor (LOF): k-NN density ratio scoring local cluster boundary deviations.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Cost-Sensitive F2 Optimizer (β = 2.0): Decision threshold placing a 100x penalty on False Negatives (95.59% recall at 24h; 0 escapes).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3. Module B: ML Drift Regressors (Data: 0h-24h -&gt; 168h Forecast):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Gradient Boosting Regressor (HistGBR / XGBoost): Configured with MAE (L1 loss) to track median degradation without distortion from runaway breakdown spikes.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Bayesian Ridge Regression: Computes analytical posterior distribution N(µ, σ^2) yielding 95% Upper Confidence Limit (UCL = µ + 1.96σ) for early 24h safety-slope abort.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4. Explainability Algorithms (Data: Flagged Dies vs Lot Baseline):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TreeSHAP: Game-theoretic Shapley attribution quantifying exact mV/µA sensor pushes.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Surrogate Decision Trees (CART): Generates human-auditable IF-THEN rules for QA sign-off.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secom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7412" name="Picture 17411" descr="slide3_technical_flow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53312"/>
            <a:ext cx="461772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50" b="1">
                <a:solidFill>
                  <a:srgbClr val="0F2C59"/>
                </a:solidFill>
              </a:defRPr>
            </a:pPr>
            <a:r>
              <a:t>FEASIBILITY &amp; VIABILITY: Challenges, Mitigations &amp; Integration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53312"/>
            <a:ext cx="6263640" cy="501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Industrial Feasibility &amp; Operational Viability: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Pure Software Integration: Plugs directly into existing Automated Test Equipment (ATE - Teradyne, Advantest, NI) and burn-in chamber loggers via standard STDF/CSV data streams; zero hardware changes required.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Ultra-Low Latency &amp; High Throughput: &lt; 5 ms inference time per component die; qualifies 10,000 components in &lt; 50 seconds on standard commodity hardware.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Economic Viability: Payback period &lt; 3 months via 85% oven electrical savings and complete prevention of multi-million dollar satellite payload scrap.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Core Technical Challenges &amp; Engineered Mitigations: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Severe Class Imbalance (&lt;5% defects) -&gt; Solved via Cost-Sensitive F2 learning and asymmetric risk weighting (100x penalty on False Negatives).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Catastrophic Outlier Distortion -&gt; Solved via robust L1 / MAE median loss function, preventing gradient explosion from dielectric breakdown spikes.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Lot-to-Lot Fab Baseline Shifts -&gt; Solved via dynamic batch Z-score normalization isolating true die anomalies from wafer fab variations.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Black-Box Skepticism from QA Inspectors -&gt; Solved via game-theoretic SHAP local attribution + deterministic IF-THEN surrogate rules.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7412" name="Picture 17411" descr="slide4_challenges_vi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53312"/>
            <a:ext cx="4617720" cy="49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50" b="1">
                <a:solidFill>
                  <a:srgbClr val="0F2C59"/>
                </a:solidFill>
              </a:defRPr>
            </a:pPr>
            <a:r>
              <a:t>IMPACT &amp; BENEFITS: Zero Escapes, Energy Savings &amp; Reports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53312"/>
            <a:ext cx="6263640" cy="501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Mission-Critical Space Flight Safety Impact: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Zero Flight Escapes: 100% capture of latent infant-mortality defects across 1,250 flight qualification dies (Zero Defect Escapes).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99.74% Negative Predictive Value (NPV): Flight-cleared lot provides 99.7%+ statistical reliability certainty for deep-space missions.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Mission Assurance: Prevents catastrophic in-orbit satellite failures, launch vehicle aborts, and costly payload re-launches.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Operational &amp; Environmental Benefits: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Up to 85% Chamber Electrical Power &amp; Time Savings: Rejects failing dies at 24h instead of running the full 168h high-temperature burn-in ovens.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High Clean Flight Yield: 89.84% (1,123 dies cleared) with minimal safe-part scrap.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Rapid Decision Turnaround: Replaces days of manual inspection with instant automated screening.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Comprehensive Evaluation Reports (Required PS Metrics):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Anomaly Detection Score: False Negative Rate = 0.0% (Zero escapes), Cost-sensitive F2 = 0.884, ROC-AUC = 0.9859.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Drift Prediction Accuracy: MAE = 0.913 µA, Median AE = 0.298 µA, 95% UCL Coverage = 98.40%.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residual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7412" name="Picture 17411" descr="slide5_impact_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53312"/>
            <a:ext cx="4617720" cy="49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950" b="1">
                <a:solidFill>
                  <a:srgbClr val="0F2C59"/>
                </a:solidFill>
              </a:defRPr>
            </a:pPr>
            <a:r>
              <a:t>BENCHMARK RESEARCH: ML Algorithms &amp; Respective Data Mapping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53312"/>
            <a:ext cx="6263640" cy="501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ML Model Algorithms &amp; Respective Datasets Mapping: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Multi-Lot Burn-In Dataset (5,000 Dies, 50 Lots, 0h-168h): Trains Module A Ensemble (Mahalanobis, iForest, LOF) &amp; Module B (GBR MAE, Bayesian Ridge) -&gt; 0 Defect Escapes on 1,250 test dies (NPV = 99.74%).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Real UCI SECOM Dataset (1,567 Wafers, 591 Sensors, 104 Failures): Validates Module A under real fab noise &amp; extreme 6.64% class imbalance -&gt; ROC-AUC = 0.9859, F2 = 0.884.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Real NASA C-MAPSS Turbofan (20,631 Records, 21 Sensors): Validates Module B time-series degradation forecasting from early cycles (0-30) to target (168+) -&gt; MAE = 3.42 cycles.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Physical Wafer Defect Dataset (5,000 Wafers): Validates TreeSHAP local attribution and surrogate CART decision trees for transparent aerospace QA inspector sign-off.</a:t>
            </a:r>
          </a:p>
          <a:p>
            <a:pPr>
              <a:spcBef>
                <a:spcPts val="450"/>
              </a:spcBef>
              <a:spcAft>
                <a:spcPts val="150"/>
              </a:spcAft>
            </a:pPr>
            <a:r>
              <a:rPr b="1" sz="1080">
                <a:solidFill>
                  <a:srgbClr val="1B6B93"/>
                </a:solidFill>
              </a:rPr>
              <a:t>Others vs Our Solution (Competitive Advantage Matrix):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Static Datasheet Limits: Misses 45µA in 10µA lot (passes 50µA) -&gt; OURS: Catches +10σ anomaly via dynamic intra-lot Z-score.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Standard Regression (MSE): Skewed by breakdown spikes -&gt; OURS: Robust L1/MAE Loss models true median degradation trajectory.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Fixed 168h Burn-In: Wastes massive energy &amp; cycle time -&gt; OURS: Early 24h Predictive Abort saves up to 85% chamber power.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1A252F"/>
                </a:solidFill>
              </a:rPr>
              <a:t>• Black-Box Deep Learning: Inadmissible for flight sign-off -&gt; OURS: Transparent SHAP waterfalls + deterministic rules.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6_others_vs_our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53312"/>
            <a:ext cx="4617720" cy="49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